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96496B-FB3F-4853-B04B-C388D94C6DD7}" v="3" dt="2025-11-06T02:11:30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5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INI V" userId="4610d9d194d09d4e" providerId="LiveId" clId="{B6501460-03BF-4411-8E2F-EF422DBF8190}"/>
    <pc:docChg chg="custSel modSld sldOrd">
      <pc:chgData name="MALINI V" userId="4610d9d194d09d4e" providerId="LiveId" clId="{B6501460-03BF-4411-8E2F-EF422DBF8190}" dt="2025-11-06T02:13:02.923" v="57" actId="1076"/>
      <pc:docMkLst>
        <pc:docMk/>
      </pc:docMkLst>
      <pc:sldChg chg="modSp">
        <pc:chgData name="MALINI V" userId="4610d9d194d09d4e" providerId="LiveId" clId="{B6501460-03BF-4411-8E2F-EF422DBF8190}" dt="2025-11-06T01:26:02.735" v="6"/>
        <pc:sldMkLst>
          <pc:docMk/>
          <pc:sldMk cId="4244571299" sldId="256"/>
        </pc:sldMkLst>
        <pc:spChg chg="mod">
          <ac:chgData name="MALINI V" userId="4610d9d194d09d4e" providerId="LiveId" clId="{B6501460-03BF-4411-8E2F-EF422DBF8190}" dt="2025-11-06T01:26:02.735" v="6"/>
          <ac:spMkLst>
            <pc:docMk/>
            <pc:sldMk cId="4244571299" sldId="256"/>
            <ac:spMk id="2" creationId="{D7EFB792-AD2B-B33C-AA4E-650CFA007996}"/>
          </ac:spMkLst>
        </pc:spChg>
        <pc:spChg chg="mod">
          <ac:chgData name="MALINI V" userId="4610d9d194d09d4e" providerId="LiveId" clId="{B6501460-03BF-4411-8E2F-EF422DBF8190}" dt="2025-11-06T01:26:02.735" v="6"/>
          <ac:spMkLst>
            <pc:docMk/>
            <pc:sldMk cId="4244571299" sldId="256"/>
            <ac:spMk id="3" creationId="{C16AB6F8-E51C-0E1D-AC86-4A55AC359D30}"/>
          </ac:spMkLst>
        </pc:spChg>
      </pc:sldChg>
      <pc:sldChg chg="modSp">
        <pc:chgData name="MALINI V" userId="4610d9d194d09d4e" providerId="LiveId" clId="{B6501460-03BF-4411-8E2F-EF422DBF8190}" dt="2025-11-06T01:26:02.735" v="6"/>
        <pc:sldMkLst>
          <pc:docMk/>
          <pc:sldMk cId="488378427" sldId="258"/>
        </pc:sldMkLst>
        <pc:spChg chg="mod">
          <ac:chgData name="MALINI V" userId="4610d9d194d09d4e" providerId="LiveId" clId="{B6501460-03BF-4411-8E2F-EF422DBF8190}" dt="2025-11-06T01:26:02.735" v="6"/>
          <ac:spMkLst>
            <pc:docMk/>
            <pc:sldMk cId="488378427" sldId="258"/>
            <ac:spMk id="2" creationId="{AA01794F-CEF7-51FC-5BAD-2E2A72EC3372}"/>
          </ac:spMkLst>
        </pc:spChg>
        <pc:spChg chg="mod">
          <ac:chgData name="MALINI V" userId="4610d9d194d09d4e" providerId="LiveId" clId="{B6501460-03BF-4411-8E2F-EF422DBF8190}" dt="2025-11-06T01:26:02.735" v="6"/>
          <ac:spMkLst>
            <pc:docMk/>
            <pc:sldMk cId="488378427" sldId="258"/>
            <ac:spMk id="3" creationId="{BBB54555-C36A-6D5D-DB42-73C9E3099E2D}"/>
          </ac:spMkLst>
        </pc:spChg>
      </pc:sldChg>
      <pc:sldChg chg="modSp">
        <pc:chgData name="MALINI V" userId="4610d9d194d09d4e" providerId="LiveId" clId="{B6501460-03BF-4411-8E2F-EF422DBF8190}" dt="2025-11-06T01:26:02.735" v="6"/>
        <pc:sldMkLst>
          <pc:docMk/>
          <pc:sldMk cId="1696569316" sldId="259"/>
        </pc:sldMkLst>
        <pc:spChg chg="mod">
          <ac:chgData name="MALINI V" userId="4610d9d194d09d4e" providerId="LiveId" clId="{B6501460-03BF-4411-8E2F-EF422DBF8190}" dt="2025-11-06T01:26:02.735" v="6"/>
          <ac:spMkLst>
            <pc:docMk/>
            <pc:sldMk cId="1696569316" sldId="259"/>
            <ac:spMk id="2" creationId="{95CA5721-743A-33C3-A11F-C0C9FA6B1128}"/>
          </ac:spMkLst>
        </pc:spChg>
        <pc:spChg chg="mod">
          <ac:chgData name="MALINI V" userId="4610d9d194d09d4e" providerId="LiveId" clId="{B6501460-03BF-4411-8E2F-EF422DBF8190}" dt="2025-11-06T01:26:02.735" v="6"/>
          <ac:spMkLst>
            <pc:docMk/>
            <pc:sldMk cId="1696569316" sldId="259"/>
            <ac:spMk id="3" creationId="{35EC9AC2-A92B-2A56-4A2F-59E9E90835C9}"/>
          </ac:spMkLst>
        </pc:spChg>
      </pc:sldChg>
      <pc:sldChg chg="modSp mod">
        <pc:chgData name="MALINI V" userId="4610d9d194d09d4e" providerId="LiveId" clId="{B6501460-03BF-4411-8E2F-EF422DBF8190}" dt="2025-11-06T01:29:36.828" v="12" actId="1076"/>
        <pc:sldMkLst>
          <pc:docMk/>
          <pc:sldMk cId="1004207611" sldId="260"/>
        </pc:sldMkLst>
        <pc:spChg chg="mod">
          <ac:chgData name="MALINI V" userId="4610d9d194d09d4e" providerId="LiveId" clId="{B6501460-03BF-4411-8E2F-EF422DBF8190}" dt="2025-11-06T01:26:02.735" v="6"/>
          <ac:spMkLst>
            <pc:docMk/>
            <pc:sldMk cId="1004207611" sldId="260"/>
            <ac:spMk id="2" creationId="{1E11EB4A-AFFB-32E2-B244-0685B80A1F1D}"/>
          </ac:spMkLst>
        </pc:spChg>
        <pc:spChg chg="mod">
          <ac:chgData name="MALINI V" userId="4610d9d194d09d4e" providerId="LiveId" clId="{B6501460-03BF-4411-8E2F-EF422DBF8190}" dt="2025-11-06T01:29:36.828" v="12" actId="1076"/>
          <ac:spMkLst>
            <pc:docMk/>
            <pc:sldMk cId="1004207611" sldId="260"/>
            <ac:spMk id="3" creationId="{DAE68414-66BC-CA28-B5A5-512F08FD08C4}"/>
          </ac:spMkLst>
        </pc:spChg>
      </pc:sldChg>
      <pc:sldChg chg="modSp">
        <pc:chgData name="MALINI V" userId="4610d9d194d09d4e" providerId="LiveId" clId="{B6501460-03BF-4411-8E2F-EF422DBF8190}" dt="2025-11-06T01:26:02.735" v="6"/>
        <pc:sldMkLst>
          <pc:docMk/>
          <pc:sldMk cId="329440821" sldId="261"/>
        </pc:sldMkLst>
        <pc:spChg chg="mod">
          <ac:chgData name="MALINI V" userId="4610d9d194d09d4e" providerId="LiveId" clId="{B6501460-03BF-4411-8E2F-EF422DBF8190}" dt="2025-11-06T01:26:02.735" v="6"/>
          <ac:spMkLst>
            <pc:docMk/>
            <pc:sldMk cId="329440821" sldId="261"/>
            <ac:spMk id="2" creationId="{05A1E160-B65C-0EFB-E77E-9036587B5829}"/>
          </ac:spMkLst>
        </pc:spChg>
        <pc:spChg chg="mod">
          <ac:chgData name="MALINI V" userId="4610d9d194d09d4e" providerId="LiveId" clId="{B6501460-03BF-4411-8E2F-EF422DBF8190}" dt="2025-11-06T01:26:02.735" v="6"/>
          <ac:spMkLst>
            <pc:docMk/>
            <pc:sldMk cId="329440821" sldId="261"/>
            <ac:spMk id="3" creationId="{0822008E-43BB-6DBC-CBB7-705BC5E40B5B}"/>
          </ac:spMkLst>
        </pc:spChg>
      </pc:sldChg>
      <pc:sldChg chg="modSp">
        <pc:chgData name="MALINI V" userId="4610d9d194d09d4e" providerId="LiveId" clId="{B6501460-03BF-4411-8E2F-EF422DBF8190}" dt="2025-11-06T01:26:02.735" v="6"/>
        <pc:sldMkLst>
          <pc:docMk/>
          <pc:sldMk cId="2276095674" sldId="262"/>
        </pc:sldMkLst>
        <pc:spChg chg="mod">
          <ac:chgData name="MALINI V" userId="4610d9d194d09d4e" providerId="LiveId" clId="{B6501460-03BF-4411-8E2F-EF422DBF8190}" dt="2025-11-06T01:26:02.735" v="6"/>
          <ac:spMkLst>
            <pc:docMk/>
            <pc:sldMk cId="2276095674" sldId="262"/>
            <ac:spMk id="2" creationId="{008192FC-0236-3A59-CA66-1C30986CF35F}"/>
          </ac:spMkLst>
        </pc:spChg>
        <pc:spChg chg="mod">
          <ac:chgData name="MALINI V" userId="4610d9d194d09d4e" providerId="LiveId" clId="{B6501460-03BF-4411-8E2F-EF422DBF8190}" dt="2025-11-06T01:26:02.735" v="6"/>
          <ac:spMkLst>
            <pc:docMk/>
            <pc:sldMk cId="2276095674" sldId="262"/>
            <ac:spMk id="3" creationId="{DC2BC743-4BAF-76A8-68BC-8CA81253382B}"/>
          </ac:spMkLst>
        </pc:spChg>
      </pc:sldChg>
      <pc:sldChg chg="modSp ord">
        <pc:chgData name="MALINI V" userId="4610d9d194d09d4e" providerId="LiveId" clId="{B6501460-03BF-4411-8E2F-EF422DBF8190}" dt="2025-11-06T01:26:02.735" v="6"/>
        <pc:sldMkLst>
          <pc:docMk/>
          <pc:sldMk cId="3869042464" sldId="263"/>
        </pc:sldMkLst>
        <pc:spChg chg="mod">
          <ac:chgData name="MALINI V" userId="4610d9d194d09d4e" providerId="LiveId" clId="{B6501460-03BF-4411-8E2F-EF422DBF8190}" dt="2025-11-06T01:26:02.735" v="6"/>
          <ac:spMkLst>
            <pc:docMk/>
            <pc:sldMk cId="3869042464" sldId="263"/>
            <ac:spMk id="2" creationId="{66E0670D-6A77-CF01-7F87-2C0772AB3A58}"/>
          </ac:spMkLst>
        </pc:spChg>
        <pc:spChg chg="mod">
          <ac:chgData name="MALINI V" userId="4610d9d194d09d4e" providerId="LiveId" clId="{B6501460-03BF-4411-8E2F-EF422DBF8190}" dt="2025-11-06T01:26:02.735" v="6"/>
          <ac:spMkLst>
            <pc:docMk/>
            <pc:sldMk cId="3869042464" sldId="263"/>
            <ac:spMk id="3" creationId="{2DEBC6E0-947D-6DDE-9123-D243A7704A09}"/>
          </ac:spMkLst>
        </pc:spChg>
      </pc:sldChg>
      <pc:sldChg chg="modSp">
        <pc:chgData name="MALINI V" userId="4610d9d194d09d4e" providerId="LiveId" clId="{B6501460-03BF-4411-8E2F-EF422DBF8190}" dt="2025-11-06T01:26:02.735" v="6"/>
        <pc:sldMkLst>
          <pc:docMk/>
          <pc:sldMk cId="2545361875" sldId="264"/>
        </pc:sldMkLst>
        <pc:spChg chg="mod">
          <ac:chgData name="MALINI V" userId="4610d9d194d09d4e" providerId="LiveId" clId="{B6501460-03BF-4411-8E2F-EF422DBF8190}" dt="2025-11-06T01:26:02.735" v="6"/>
          <ac:spMkLst>
            <pc:docMk/>
            <pc:sldMk cId="2545361875" sldId="264"/>
            <ac:spMk id="2" creationId="{33AFB4DE-AFB5-E760-6193-F6C1E8CA63E7}"/>
          </ac:spMkLst>
        </pc:spChg>
        <pc:spChg chg="mod">
          <ac:chgData name="MALINI V" userId="4610d9d194d09d4e" providerId="LiveId" clId="{B6501460-03BF-4411-8E2F-EF422DBF8190}" dt="2025-11-06T01:26:02.735" v="6"/>
          <ac:spMkLst>
            <pc:docMk/>
            <pc:sldMk cId="2545361875" sldId="264"/>
            <ac:spMk id="3" creationId="{292030FF-1AA4-74DB-3373-684400D4F685}"/>
          </ac:spMkLst>
        </pc:spChg>
      </pc:sldChg>
      <pc:sldChg chg="modSp mod">
        <pc:chgData name="MALINI V" userId="4610d9d194d09d4e" providerId="LiveId" clId="{B6501460-03BF-4411-8E2F-EF422DBF8190}" dt="2025-11-06T01:26:03.829" v="8" actId="27636"/>
        <pc:sldMkLst>
          <pc:docMk/>
          <pc:sldMk cId="41214142" sldId="265"/>
        </pc:sldMkLst>
        <pc:spChg chg="mod">
          <ac:chgData name="MALINI V" userId="4610d9d194d09d4e" providerId="LiveId" clId="{B6501460-03BF-4411-8E2F-EF422DBF8190}" dt="2025-11-06T01:26:02.735" v="6"/>
          <ac:spMkLst>
            <pc:docMk/>
            <pc:sldMk cId="41214142" sldId="265"/>
            <ac:spMk id="2" creationId="{3F256562-8F54-40BF-0E82-EFB886689BDA}"/>
          </ac:spMkLst>
        </pc:spChg>
        <pc:spChg chg="mod">
          <ac:chgData name="MALINI V" userId="4610d9d194d09d4e" providerId="LiveId" clId="{B6501460-03BF-4411-8E2F-EF422DBF8190}" dt="2025-11-06T01:26:03.829" v="8" actId="27636"/>
          <ac:spMkLst>
            <pc:docMk/>
            <pc:sldMk cId="41214142" sldId="265"/>
            <ac:spMk id="3" creationId="{5C78C019-785B-BD22-0A89-A96B9E4BF73C}"/>
          </ac:spMkLst>
        </pc:spChg>
      </pc:sldChg>
      <pc:sldChg chg="modSp">
        <pc:chgData name="MALINI V" userId="4610d9d194d09d4e" providerId="LiveId" clId="{B6501460-03BF-4411-8E2F-EF422DBF8190}" dt="2025-11-06T01:26:02.735" v="6"/>
        <pc:sldMkLst>
          <pc:docMk/>
          <pc:sldMk cId="1250235343" sldId="266"/>
        </pc:sldMkLst>
        <pc:spChg chg="mod">
          <ac:chgData name="MALINI V" userId="4610d9d194d09d4e" providerId="LiveId" clId="{B6501460-03BF-4411-8E2F-EF422DBF8190}" dt="2025-11-06T01:26:02.735" v="6"/>
          <ac:spMkLst>
            <pc:docMk/>
            <pc:sldMk cId="1250235343" sldId="266"/>
            <ac:spMk id="2" creationId="{E8FAE9B8-3432-4036-D8DF-42FC3F98E15A}"/>
          </ac:spMkLst>
        </pc:spChg>
        <pc:spChg chg="mod">
          <ac:chgData name="MALINI V" userId="4610d9d194d09d4e" providerId="LiveId" clId="{B6501460-03BF-4411-8E2F-EF422DBF8190}" dt="2025-11-06T01:26:02.735" v="6"/>
          <ac:spMkLst>
            <pc:docMk/>
            <pc:sldMk cId="1250235343" sldId="266"/>
            <ac:spMk id="3" creationId="{C1362B9F-FDDB-358E-EF7B-23FC52314042}"/>
          </ac:spMkLst>
        </pc:spChg>
      </pc:sldChg>
      <pc:sldChg chg="modSp mod">
        <pc:chgData name="MALINI V" userId="4610d9d194d09d4e" providerId="LiveId" clId="{B6501460-03BF-4411-8E2F-EF422DBF8190}" dt="2025-11-06T02:13:02.923" v="57" actId="1076"/>
        <pc:sldMkLst>
          <pc:docMk/>
          <pc:sldMk cId="3070002099" sldId="267"/>
        </pc:sldMkLst>
        <pc:spChg chg="mod">
          <ac:chgData name="MALINI V" userId="4610d9d194d09d4e" providerId="LiveId" clId="{B6501460-03BF-4411-8E2F-EF422DBF8190}" dt="2025-11-06T02:13:02.923" v="57" actId="1076"/>
          <ac:spMkLst>
            <pc:docMk/>
            <pc:sldMk cId="3070002099" sldId="267"/>
            <ac:spMk id="2" creationId="{45516D4F-64C4-2BA6-4A0F-5386555CCB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41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0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22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143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65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58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824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08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880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498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50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8636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180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731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104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0030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674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0F488-2268-4B1A-B580-726887ABA3C8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CC442-389E-457C-9ECA-AB477DC16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69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B792-AD2B-B33C-AA4E-650CFA0079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TRAVEL EXPLORATION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AB6F8-E51C-0E1D-AC86-4A55AC359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YOUR ULTIMATE TRAVEL COMAPANION </a:t>
            </a:r>
          </a:p>
        </p:txBody>
      </p:sp>
    </p:spTree>
    <p:extLst>
      <p:ext uri="{BB962C8B-B14F-4D97-AF65-F5344CB8AC3E}">
        <p14:creationId xmlns:p14="http://schemas.microsoft.com/office/powerpoint/2010/main" val="4244571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1794F-CEF7-51FC-5BAD-2E2A72EC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54555-C36A-6D5D-DB42-73C9E3099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Travel planning can be overwhelming. Finding authentic experiences, managing bookings, and staying updated on events and weather is challenging. Travelers need a smart, centralized solution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378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A5721-743A-33C3-A11F-C0C9FA6B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TARGET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C9AC2-A92B-2A56-4A2F-59E9E9083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 </a:t>
            </a:r>
            <a:r>
              <a:rPr lang="en-US" sz="3600" dirty="0"/>
              <a:t>The app is for solo travelers, families, digital nomads, and travel enthusiasts aged 18–45. It serves tech-savvy users seeking personalized, safe, and engaging travel experiences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696569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EB4A-AFFB-32E2-B244-0685B80A1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68414-66BC-CA28-B5A5-512F08FD0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25" y="1792288"/>
            <a:ext cx="11370875" cy="4111397"/>
          </a:xfrm>
        </p:spPr>
        <p:txBody>
          <a:bodyPr>
            <a:normAutofit/>
          </a:bodyPr>
          <a:lstStyle/>
          <a:p>
            <a:r>
              <a:rPr lang="en-US" sz="3600" dirty="0"/>
              <a:t>Travel Explorer offers destination discovery, personalized recommendations, trip planning, real-time updates, offline maps, AR landmarks, social features, and travel journals—all in one app.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04207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E160-B65C-0EFB-E77E-9036587B5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2008E-43BB-6DBC-CBB7-705BC5E40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Users sign up, browse destinations, customize itineraries, receive alerts, explore social feeds, book trips, and share experiences with the travel community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40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192FC-0236-3A59-CA66-1C30986C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UI/UX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BC743-4BAF-76A8-68BC-8CA812533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app features a clean design, intuitive navigation, easy access to info, interactive maps, personalized dashboards, and smooth user experience for all travelers.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276095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0670D-6A77-CF01-7F87-2C0772AB3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BC6E0-947D-6DDE-9123-D243A7704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Clickable prototype shows smooth screen transitions, AR exploration, swiping recommendations, push notifications, and easy feedback for an engaging user experience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042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FB4DE-AFB5-E760-6193-F6C1E8CA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USABILITY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030FF-1AA4-74DB-3373-684400D4F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Testing improved navigation, reduced clicks, optimized loading and booking, and enhanced personalization. Users experienced a smooth and seamless app journey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5361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6562-8F54-40BF-0E82-EFB886689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OUTCOME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8C019-785B-BD22-0A89-A96B9E4BF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app increased engagement, simplified travel planning, created a travel community, provided real-time updates, and received positive user feedback.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41214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E9B8-3432-4036-D8DF-42FC3F98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62B9F-FDDB-358E-EF7B-23FC52314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Travel Explorer makes trips memorable and stress-free. Discover unique destinations, book confidently, connect with travelers, and enjoy every adventure your way.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250235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16D4F-64C4-2BA6-4A0F-5386555C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686" y="1074055"/>
            <a:ext cx="9782628" cy="4136572"/>
          </a:xfrm>
        </p:spPr>
        <p:txBody>
          <a:bodyPr>
            <a:normAutofit/>
          </a:bodyPr>
          <a:lstStyle/>
          <a:p>
            <a:r>
              <a:rPr lang="en-IN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70002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96</TotalTime>
  <Words>282</Words>
  <Application>Microsoft Office PowerPoint</Application>
  <PresentationFormat>Widescreen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TRAVEL EXPLORATION APP</vt:lpstr>
      <vt:lpstr>PROBLEM STATEMENT</vt:lpstr>
      <vt:lpstr>TARGET AUDIENCE</vt:lpstr>
      <vt:lpstr>APP FEATURE</vt:lpstr>
      <vt:lpstr>USER FLOW</vt:lpstr>
      <vt:lpstr>UI/UX DESIGN</vt:lpstr>
      <vt:lpstr>PROTOTYPE</vt:lpstr>
      <vt:lpstr>USABILITY TESTING</vt:lpstr>
      <vt:lpstr>FINAL OUTCOME &amp; IMPACT</vt:lpstr>
      <vt:lpstr>CONCLUTION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MALINI V</dc:creator>
  <cp:lastModifiedBy>MALINI V</cp:lastModifiedBy>
  <cp:revision>1</cp:revision>
  <dcterms:created xsi:type="dcterms:W3CDTF">2025-11-06T00:36:55Z</dcterms:created>
  <dcterms:modified xsi:type="dcterms:W3CDTF">2025-11-06T02:13:08Z</dcterms:modified>
</cp:coreProperties>
</file>