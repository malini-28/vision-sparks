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INI V" userId="4610d9d194d09d4e" providerId="LiveId" clId="{B6501460-03BF-4411-8E2F-EF422DBF8190}"/>
    <pc:docChg chg="modSld">
      <pc:chgData name="MALINI V" userId="4610d9d194d09d4e" providerId="LiveId" clId="{B6501460-03BF-4411-8E2F-EF422DBF8190}" dt="2025-11-06T02:05:37.719" v="17" actId="20577"/>
      <pc:docMkLst>
        <pc:docMk/>
      </pc:docMkLst>
      <pc:sldChg chg="modSp mod">
        <pc:chgData name="MALINI V" userId="4610d9d194d09d4e" providerId="LiveId" clId="{B6501460-03BF-4411-8E2F-EF422DBF8190}" dt="2025-11-06T02:05:37.719" v="17" actId="20577"/>
        <pc:sldMkLst>
          <pc:docMk/>
          <pc:sldMk cId="705290286" sldId="257"/>
        </pc:sldMkLst>
        <pc:spChg chg="mod">
          <ac:chgData name="MALINI V" userId="4610d9d194d09d4e" providerId="LiveId" clId="{B6501460-03BF-4411-8E2F-EF422DBF8190}" dt="2025-11-06T02:05:37.719" v="17" actId="20577"/>
          <ac:spMkLst>
            <pc:docMk/>
            <pc:sldMk cId="705290286" sldId="257"/>
            <ac:spMk id="2" creationId="{590B70A9-D23A-A0F4-F269-365CDE32CB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04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7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3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50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1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22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3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8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010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74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1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61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74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985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32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672F989-80F5-4ED8-8189-ACA7C939735C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0BECA86-EDD4-4BBE-907C-5A536AD4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4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  <p:sldLayoutId id="2147484139" r:id="rId12"/>
    <p:sldLayoutId id="2147484140" r:id="rId13"/>
    <p:sldLayoutId id="2147484141" r:id="rId14"/>
    <p:sldLayoutId id="2147484142" r:id="rId15"/>
    <p:sldLayoutId id="2147484143" r:id="rId16"/>
    <p:sldLayoutId id="214748414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297E-06DF-B236-FDBF-FA08E38436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Music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D8DC1-E424-D5A9-9AF6-BD63365EE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0687" y="4209143"/>
            <a:ext cx="8574622" cy="1611087"/>
          </a:xfrm>
        </p:spPr>
        <p:txBody>
          <a:bodyPr/>
          <a:lstStyle/>
          <a:p>
            <a:r>
              <a:rPr lang="en-IN" dirty="0"/>
              <a:t>Stream your </a:t>
            </a:r>
            <a:r>
              <a:rPr lang="en-IN" dirty="0" err="1"/>
              <a:t>favorite</a:t>
            </a:r>
            <a:r>
              <a:rPr lang="en-IN" dirty="0"/>
              <a:t> tunes </a:t>
            </a:r>
            <a:r>
              <a:rPr lang="en-IN" dirty="0" err="1"/>
              <a:t>musicflow</a:t>
            </a:r>
            <a:r>
              <a:rPr lang="en-IN" dirty="0"/>
              <a:t>  is your ultimate music companion</a:t>
            </a:r>
          </a:p>
        </p:txBody>
      </p:sp>
    </p:spTree>
    <p:extLst>
      <p:ext uri="{BB962C8B-B14F-4D97-AF65-F5344CB8AC3E}">
        <p14:creationId xmlns:p14="http://schemas.microsoft.com/office/powerpoint/2010/main" val="113000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70A9-D23A-A0F4-F269-365CDE32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98C1D-23D8-DE4D-39B9-12F93F9FD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800" dirty="0"/>
              <a:t>Finding new music, managing playlists, and accessing high-quality streaming across devices can be challenging. Users need a seamless, personalized, and social music experience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29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113-5C3D-2DD9-00B8-8007D1BC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7B4E0-966F-2CDC-B2A2-22B9973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5543"/>
            <a:ext cx="10018713" cy="3715657"/>
          </a:xfrm>
        </p:spPr>
        <p:txBody>
          <a:bodyPr/>
          <a:lstStyle/>
          <a:p>
            <a:r>
              <a:rPr lang="en-US" sz="4000" dirty="0" err="1"/>
              <a:t>MusicFlow</a:t>
            </a:r>
            <a:r>
              <a:rPr lang="en-US" sz="4000" dirty="0"/>
              <a:t> is designed for music lovers of all ages, especially 15–40-year-olds, including casual listeners, playlist curators, and fans seeking new artists and social engagement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4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ECD6-8806-550E-D40D-8620B995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580D3-5B54-201C-38F0-5BB99BE64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06171"/>
            <a:ext cx="10018713" cy="3585029"/>
          </a:xfrm>
        </p:spPr>
        <p:txBody>
          <a:bodyPr>
            <a:normAutofit/>
          </a:bodyPr>
          <a:lstStyle/>
          <a:p>
            <a:r>
              <a:rPr lang="en-US" sz="4000" dirty="0"/>
              <a:t>The app offers unlimited music streaming, personalized recommendations, curated playlists, offline mode, social sharing, artist follow options, and high-quality audio playback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83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523A-EE90-B115-BA13-AD444C15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CEBE1-BB5F-0242-3D4C-3854E0B15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75543"/>
            <a:ext cx="10018713" cy="3715657"/>
          </a:xfrm>
        </p:spPr>
        <p:txBody>
          <a:bodyPr>
            <a:noAutofit/>
          </a:bodyPr>
          <a:lstStyle/>
          <a:p>
            <a:r>
              <a:rPr lang="en-US" sz="4000" dirty="0"/>
              <a:t>Users sign up or log in, browse songs or playlists, stream music, create and share playlists, follow artists, discover recommendations, and enjoy offline listening.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5670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70DA-DA70-E263-DD3E-AE500071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UI/UX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EC15-8980-FB00-D215-24730969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 err="1"/>
              <a:t>MusicFlow</a:t>
            </a:r>
            <a:r>
              <a:rPr lang="en-US" sz="4400" dirty="0"/>
              <a:t> features a sleek, modern design with intuitive navigation, quick access to music libraries, personalized dashboards, interactive player controls, and smooth transitions.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09266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A1C4-86B7-E7BC-DC4A-343E0043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 &amp; INTRACTION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A967-42B5-6619-04B9-58189EAA5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800" dirty="0"/>
              <a:t>Clickable prototype includes swiping through playlists, interactive search, liking tracks, following artists, and real-time updates for trending music and recommendations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827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E4DB-9D37-1781-E185-9706F6AD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BC6B-F046-8A95-8200-67A73AF96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Testing improved navigation, playlist management, search efficiency, streaming quality, and personalized recommendations. Users enjoyed a smooth and intuitive music experience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0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DDE9-A6AC-7F99-5135-25C38D0F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OUTCOME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AAD4-1895-2653-2F81-858475135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20801"/>
            <a:ext cx="10018713" cy="4470400"/>
          </a:xfrm>
        </p:spPr>
        <p:txBody>
          <a:bodyPr/>
          <a:lstStyle/>
          <a:p>
            <a:r>
              <a:rPr lang="en-US" sz="3600" dirty="0"/>
              <a:t>The app increased user engagement, provided seamless music discovery, simplified playlist management, enabled social sharing, and received positive feedback from users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896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17D9-DD43-F6E3-A8B3-F56DED7E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CA97-0D3E-C399-53DE-5C303CE8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400" dirty="0" err="1"/>
              <a:t>MusicFlow</a:t>
            </a:r>
            <a:r>
              <a:rPr lang="en-US" sz="4400" dirty="0"/>
              <a:t> makes music discovery and streaming effortless. Enjoy your favorite songs, explore new artists, create playlists, and connect with fellow music lovers anytime, anywhere.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097812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4100-5C50-268A-6EE0-BC38F141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540" y="2365828"/>
            <a:ext cx="10018713" cy="1915885"/>
          </a:xfrm>
        </p:spPr>
        <p:txBody>
          <a:bodyPr>
            <a:normAutofit/>
          </a:bodyPr>
          <a:lstStyle/>
          <a:p>
            <a:r>
              <a:rPr lang="en-IN" dirty="0"/>
              <a:t>THANK YOU…..</a:t>
            </a:r>
          </a:p>
        </p:txBody>
      </p:sp>
    </p:spTree>
    <p:extLst>
      <p:ext uri="{BB962C8B-B14F-4D97-AF65-F5344CB8AC3E}">
        <p14:creationId xmlns:p14="http://schemas.microsoft.com/office/powerpoint/2010/main" val="1628950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</TotalTime>
  <Words>289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Parallax</vt:lpstr>
      <vt:lpstr>Music flow</vt:lpstr>
      <vt:lpstr>PROBLEM STATEMENT</vt:lpstr>
      <vt:lpstr>TARGET AUDIENCE</vt:lpstr>
      <vt:lpstr>APP FEATURE</vt:lpstr>
      <vt:lpstr>USER FLOW</vt:lpstr>
      <vt:lpstr>UI/UX DESIGN</vt:lpstr>
      <vt:lpstr>PROTOTYPE &amp; INTRACTION</vt:lpstr>
      <vt:lpstr>USABILITY TESTING</vt:lpstr>
      <vt:lpstr>FINAL OUTCOME &amp; IMPACT</vt:lpstr>
      <vt:lpstr>CONCLUSION</vt:lpstr>
      <vt:lpstr>THANK YOU…..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MALINI V</dc:creator>
  <cp:lastModifiedBy>MALINI V</cp:lastModifiedBy>
  <cp:revision>1</cp:revision>
  <dcterms:created xsi:type="dcterms:W3CDTF">2025-11-06T01:34:00Z</dcterms:created>
  <dcterms:modified xsi:type="dcterms:W3CDTF">2025-11-06T02:05:38Z</dcterms:modified>
</cp:coreProperties>
</file>