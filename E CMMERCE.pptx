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modernComment_10B_D31906D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9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D87F095-5183-E70F-72D5-2F2BBD344B18}" name="MALINI V" initials="MV" userId="4610d9d194d09d4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A65FC6-0AD8-406B-AFE7-FB25BA08194A}" v="5" dt="2025-11-06T00:20:20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7" autoAdjust="0"/>
    <p:restoredTop sz="94660"/>
  </p:normalViewPr>
  <p:slideViewPr>
    <p:cSldViewPr snapToGrid="0">
      <p:cViewPr varScale="1">
        <p:scale>
          <a:sx n="44" d="100"/>
          <a:sy n="44" d="100"/>
        </p:scale>
        <p:origin x="72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INI V" userId="4610d9d194d09d4e" providerId="LiveId" clId="{B6501460-03BF-4411-8E2F-EF422DBF8190}"/>
    <pc:docChg chg="custSel modSld">
      <pc:chgData name="MALINI V" userId="4610d9d194d09d4e" providerId="LiveId" clId="{B6501460-03BF-4411-8E2F-EF422DBF8190}" dt="2025-11-06T00:21:38.225" v="63" actId="14100"/>
      <pc:docMkLst>
        <pc:docMk/>
      </pc:docMkLst>
      <pc:sldChg chg="modSp mod">
        <pc:chgData name="MALINI V" userId="4610d9d194d09d4e" providerId="LiveId" clId="{B6501460-03BF-4411-8E2F-EF422DBF8190}" dt="2025-11-06T00:20:50.789" v="54" actId="688"/>
        <pc:sldMkLst>
          <pc:docMk/>
          <pc:sldMk cId="3448696154" sldId="256"/>
        </pc:sldMkLst>
        <pc:spChg chg="mod">
          <ac:chgData name="MALINI V" userId="4610d9d194d09d4e" providerId="LiveId" clId="{B6501460-03BF-4411-8E2F-EF422DBF8190}" dt="2025-11-06T00:20:21.006" v="42" actId="27636"/>
          <ac:spMkLst>
            <pc:docMk/>
            <pc:sldMk cId="3448696154" sldId="256"/>
            <ac:spMk id="2" creationId="{88995EA1-A6FA-84A3-FA43-797DB6E2A386}"/>
          </ac:spMkLst>
        </pc:spChg>
        <pc:spChg chg="mod">
          <ac:chgData name="MALINI V" userId="4610d9d194d09d4e" providerId="LiveId" clId="{B6501460-03BF-4411-8E2F-EF422DBF8190}" dt="2025-11-06T00:20:50.789" v="54" actId="688"/>
          <ac:spMkLst>
            <pc:docMk/>
            <pc:sldMk cId="3448696154" sldId="256"/>
            <ac:spMk id="3" creationId="{090BA304-9A44-01EF-BCEA-FC0E9A821B2E}"/>
          </ac:spMkLst>
        </pc:spChg>
      </pc:sldChg>
      <pc:sldChg chg="modSp mod">
        <pc:chgData name="MALINI V" userId="4610d9d194d09d4e" providerId="LiveId" clId="{B6501460-03BF-4411-8E2F-EF422DBF8190}" dt="2025-11-06T00:21:38.225" v="63" actId="14100"/>
        <pc:sldMkLst>
          <pc:docMk/>
          <pc:sldMk cId="2664972958" sldId="257"/>
        </pc:sldMkLst>
        <pc:spChg chg="mod">
          <ac:chgData name="MALINI V" userId="4610d9d194d09d4e" providerId="LiveId" clId="{B6501460-03BF-4411-8E2F-EF422DBF8190}" dt="2025-11-06T00:21:23.767" v="61" actId="27636"/>
          <ac:spMkLst>
            <pc:docMk/>
            <pc:sldMk cId="2664972958" sldId="257"/>
            <ac:spMk id="2" creationId="{BCDECA56-E884-7EEB-EC28-8F9EFD346FD3}"/>
          </ac:spMkLst>
        </pc:spChg>
        <pc:spChg chg="mod">
          <ac:chgData name="MALINI V" userId="4610d9d194d09d4e" providerId="LiveId" clId="{B6501460-03BF-4411-8E2F-EF422DBF8190}" dt="2025-11-06T00:21:38.225" v="63" actId="14100"/>
          <ac:spMkLst>
            <pc:docMk/>
            <pc:sldMk cId="2664972958" sldId="257"/>
            <ac:spMk id="4" creationId="{C3CD5C9D-D859-71AB-DB13-A63CBA25380D}"/>
          </ac:spMkLst>
        </pc:spChg>
        <pc:picChg chg="mod">
          <ac:chgData name="MALINI V" userId="4610d9d194d09d4e" providerId="LiveId" clId="{B6501460-03BF-4411-8E2F-EF422DBF8190}" dt="2025-11-06T00:21:15.430" v="59" actId="14100"/>
          <ac:picMkLst>
            <pc:docMk/>
            <pc:sldMk cId="2664972958" sldId="257"/>
            <ac:picMk id="6" creationId="{04474ADB-BFC9-CC1B-FF3E-25A4C1E5D494}"/>
          </ac:picMkLst>
        </pc:picChg>
      </pc:sldChg>
      <pc:sldChg chg="modSp mod">
        <pc:chgData name="MALINI V" userId="4610d9d194d09d4e" providerId="LiveId" clId="{B6501460-03BF-4411-8E2F-EF422DBF8190}" dt="2025-11-06T00:20:21.084" v="44" actId="27636"/>
        <pc:sldMkLst>
          <pc:docMk/>
          <pc:sldMk cId="2814912332" sldId="260"/>
        </pc:sldMkLst>
        <pc:spChg chg="mod">
          <ac:chgData name="MALINI V" userId="4610d9d194d09d4e" providerId="LiveId" clId="{B6501460-03BF-4411-8E2F-EF422DBF8190}" dt="2025-11-06T00:20:20.866" v="41"/>
          <ac:spMkLst>
            <pc:docMk/>
            <pc:sldMk cId="2814912332" sldId="260"/>
            <ac:spMk id="2" creationId="{CF6BBDB1-EF17-71AA-BF13-2409B9715B0A}"/>
          </ac:spMkLst>
        </pc:spChg>
        <pc:spChg chg="mod">
          <ac:chgData name="MALINI V" userId="4610d9d194d09d4e" providerId="LiveId" clId="{B6501460-03BF-4411-8E2F-EF422DBF8190}" dt="2025-11-06T00:20:21.084" v="44" actId="27636"/>
          <ac:spMkLst>
            <pc:docMk/>
            <pc:sldMk cId="2814912332" sldId="260"/>
            <ac:spMk id="3" creationId="{EBBA4037-39D1-29D0-E29F-7ECC18359D38}"/>
          </ac:spMkLst>
        </pc:spChg>
      </pc:sldChg>
      <pc:sldChg chg="modSp mod">
        <pc:chgData name="MALINI V" userId="4610d9d194d09d4e" providerId="LiveId" clId="{B6501460-03BF-4411-8E2F-EF422DBF8190}" dt="2025-11-06T00:20:21.100" v="45" actId="27636"/>
        <pc:sldMkLst>
          <pc:docMk/>
          <pc:sldMk cId="1026668780" sldId="261"/>
        </pc:sldMkLst>
        <pc:spChg chg="mod">
          <ac:chgData name="MALINI V" userId="4610d9d194d09d4e" providerId="LiveId" clId="{B6501460-03BF-4411-8E2F-EF422DBF8190}" dt="2025-11-06T00:20:20.866" v="41"/>
          <ac:spMkLst>
            <pc:docMk/>
            <pc:sldMk cId="1026668780" sldId="261"/>
            <ac:spMk id="2" creationId="{26B58536-5DED-70A5-4BB2-64DEABFFB65A}"/>
          </ac:spMkLst>
        </pc:spChg>
        <pc:spChg chg="mod">
          <ac:chgData name="MALINI V" userId="4610d9d194d09d4e" providerId="LiveId" clId="{B6501460-03BF-4411-8E2F-EF422DBF8190}" dt="2025-11-06T00:20:21.100" v="45" actId="27636"/>
          <ac:spMkLst>
            <pc:docMk/>
            <pc:sldMk cId="1026668780" sldId="261"/>
            <ac:spMk id="3" creationId="{7586F95E-E051-FCDB-CA82-E5DE09C4D13E}"/>
          </ac:spMkLst>
        </pc:spChg>
      </pc:sldChg>
      <pc:sldChg chg="modSp mod">
        <pc:chgData name="MALINI V" userId="4610d9d194d09d4e" providerId="LiveId" clId="{B6501460-03BF-4411-8E2F-EF422DBF8190}" dt="2025-11-06T00:20:21.131" v="46" actId="27636"/>
        <pc:sldMkLst>
          <pc:docMk/>
          <pc:sldMk cId="3549983560" sldId="262"/>
        </pc:sldMkLst>
        <pc:spChg chg="mod">
          <ac:chgData name="MALINI V" userId="4610d9d194d09d4e" providerId="LiveId" clId="{B6501460-03BF-4411-8E2F-EF422DBF8190}" dt="2025-11-06T00:20:21.131" v="46" actId="27636"/>
          <ac:spMkLst>
            <pc:docMk/>
            <pc:sldMk cId="3549983560" sldId="262"/>
            <ac:spMk id="3" creationId="{CF4A885B-A0AA-6D38-85E5-A1F2E4F1BBD8}"/>
          </ac:spMkLst>
        </pc:spChg>
      </pc:sldChg>
      <pc:sldChg chg="modSp mod">
        <pc:chgData name="MALINI V" userId="4610d9d194d09d4e" providerId="LiveId" clId="{B6501460-03BF-4411-8E2F-EF422DBF8190}" dt="2025-11-06T00:20:21.178" v="47" actId="27636"/>
        <pc:sldMkLst>
          <pc:docMk/>
          <pc:sldMk cId="2839334619" sldId="263"/>
        </pc:sldMkLst>
        <pc:spChg chg="mod">
          <ac:chgData name="MALINI V" userId="4610d9d194d09d4e" providerId="LiveId" clId="{B6501460-03BF-4411-8E2F-EF422DBF8190}" dt="2025-11-06T00:20:20.866" v="41"/>
          <ac:spMkLst>
            <pc:docMk/>
            <pc:sldMk cId="2839334619" sldId="263"/>
            <ac:spMk id="2" creationId="{318038B0-70F0-F249-6AB8-D2B002294C4C}"/>
          </ac:spMkLst>
        </pc:spChg>
        <pc:spChg chg="mod">
          <ac:chgData name="MALINI V" userId="4610d9d194d09d4e" providerId="LiveId" clId="{B6501460-03BF-4411-8E2F-EF422DBF8190}" dt="2025-11-06T00:20:21.178" v="47" actId="27636"/>
          <ac:spMkLst>
            <pc:docMk/>
            <pc:sldMk cId="2839334619" sldId="263"/>
            <ac:spMk id="3" creationId="{429B54CE-236B-2714-0481-ABEC91452E89}"/>
          </ac:spMkLst>
        </pc:spChg>
      </pc:sldChg>
      <pc:sldChg chg="modSp mod">
        <pc:chgData name="MALINI V" userId="4610d9d194d09d4e" providerId="LiveId" clId="{B6501460-03BF-4411-8E2F-EF422DBF8190}" dt="2025-11-06T00:20:21.209" v="48" actId="27636"/>
        <pc:sldMkLst>
          <pc:docMk/>
          <pc:sldMk cId="3461076490" sldId="264"/>
        </pc:sldMkLst>
        <pc:spChg chg="mod">
          <ac:chgData name="MALINI V" userId="4610d9d194d09d4e" providerId="LiveId" clId="{B6501460-03BF-4411-8E2F-EF422DBF8190}" dt="2025-11-06T00:20:20.866" v="41"/>
          <ac:spMkLst>
            <pc:docMk/>
            <pc:sldMk cId="3461076490" sldId="264"/>
            <ac:spMk id="2" creationId="{789F8EFE-09E8-A0EA-24AD-B5247E7BB683}"/>
          </ac:spMkLst>
        </pc:spChg>
        <pc:spChg chg="mod">
          <ac:chgData name="MALINI V" userId="4610d9d194d09d4e" providerId="LiveId" clId="{B6501460-03BF-4411-8E2F-EF422DBF8190}" dt="2025-11-06T00:20:21.209" v="48" actId="27636"/>
          <ac:spMkLst>
            <pc:docMk/>
            <pc:sldMk cId="3461076490" sldId="264"/>
            <ac:spMk id="3" creationId="{7D224B9D-71F0-2F96-710B-B7386FDA6906}"/>
          </ac:spMkLst>
        </pc:spChg>
      </pc:sldChg>
      <pc:sldChg chg="modSp mod">
        <pc:chgData name="MALINI V" userId="4610d9d194d09d4e" providerId="LiveId" clId="{B6501460-03BF-4411-8E2F-EF422DBF8190}" dt="2025-11-06T00:20:21.241" v="49" actId="27636"/>
        <pc:sldMkLst>
          <pc:docMk/>
          <pc:sldMk cId="4154721538" sldId="265"/>
        </pc:sldMkLst>
        <pc:spChg chg="mod">
          <ac:chgData name="MALINI V" userId="4610d9d194d09d4e" providerId="LiveId" clId="{B6501460-03BF-4411-8E2F-EF422DBF8190}" dt="2025-11-06T00:20:20.866" v="41"/>
          <ac:spMkLst>
            <pc:docMk/>
            <pc:sldMk cId="4154721538" sldId="265"/>
            <ac:spMk id="2" creationId="{F442E2FD-6F44-0E53-AF7B-9C8212D3B11E}"/>
          </ac:spMkLst>
        </pc:spChg>
        <pc:spChg chg="mod">
          <ac:chgData name="MALINI V" userId="4610d9d194d09d4e" providerId="LiveId" clId="{B6501460-03BF-4411-8E2F-EF422DBF8190}" dt="2025-11-06T00:20:21.241" v="49" actId="27636"/>
          <ac:spMkLst>
            <pc:docMk/>
            <pc:sldMk cId="4154721538" sldId="265"/>
            <ac:spMk id="3" creationId="{FDC53548-C134-589E-C413-AAF456E15B02}"/>
          </ac:spMkLst>
        </pc:spChg>
      </pc:sldChg>
      <pc:sldChg chg="modSp mod">
        <pc:chgData name="MALINI V" userId="4610d9d194d09d4e" providerId="LiveId" clId="{B6501460-03BF-4411-8E2F-EF422DBF8190}" dt="2025-11-06T00:20:21.272" v="50" actId="27636"/>
        <pc:sldMkLst>
          <pc:docMk/>
          <pc:sldMk cId="2519421017" sldId="266"/>
        </pc:sldMkLst>
        <pc:spChg chg="mod">
          <ac:chgData name="MALINI V" userId="4610d9d194d09d4e" providerId="LiveId" clId="{B6501460-03BF-4411-8E2F-EF422DBF8190}" dt="2025-11-06T00:20:20.866" v="41"/>
          <ac:spMkLst>
            <pc:docMk/>
            <pc:sldMk cId="2519421017" sldId="266"/>
            <ac:spMk id="2" creationId="{EAA93B87-68A6-F8DF-B673-05C33C6B68BC}"/>
          </ac:spMkLst>
        </pc:spChg>
        <pc:spChg chg="mod">
          <ac:chgData name="MALINI V" userId="4610d9d194d09d4e" providerId="LiveId" clId="{B6501460-03BF-4411-8E2F-EF422DBF8190}" dt="2025-11-06T00:20:21.272" v="50" actId="27636"/>
          <ac:spMkLst>
            <pc:docMk/>
            <pc:sldMk cId="2519421017" sldId="266"/>
            <ac:spMk id="3" creationId="{71970A1A-401B-6152-104B-5A1CFDA6A66B}"/>
          </ac:spMkLst>
        </pc:spChg>
      </pc:sldChg>
      <pc:sldChg chg="modSp">
        <pc:chgData name="MALINI V" userId="4610d9d194d09d4e" providerId="LiveId" clId="{B6501460-03BF-4411-8E2F-EF422DBF8190}" dt="2025-11-06T00:20:20.866" v="41"/>
        <pc:sldMkLst>
          <pc:docMk/>
          <pc:sldMk cId="3541632724" sldId="267"/>
        </pc:sldMkLst>
        <pc:spChg chg="mod">
          <ac:chgData name="MALINI V" userId="4610d9d194d09d4e" providerId="LiveId" clId="{B6501460-03BF-4411-8E2F-EF422DBF8190}" dt="2025-11-06T00:20:20.866" v="41"/>
          <ac:spMkLst>
            <pc:docMk/>
            <pc:sldMk cId="3541632724" sldId="267"/>
            <ac:spMk id="2" creationId="{F7AF7841-0CE4-75A0-E016-FAC8CD914919}"/>
          </ac:spMkLst>
        </pc:spChg>
        <pc:spChg chg="mod">
          <ac:chgData name="MALINI V" userId="4610d9d194d09d4e" providerId="LiveId" clId="{B6501460-03BF-4411-8E2F-EF422DBF8190}" dt="2025-11-06T00:20:20.866" v="41"/>
          <ac:spMkLst>
            <pc:docMk/>
            <pc:sldMk cId="3541632724" sldId="267"/>
            <ac:spMk id="3" creationId="{73B533A0-0BF5-D6EB-F1C8-222B4D448006}"/>
          </ac:spMkLst>
        </pc:spChg>
      </pc:sldChg>
    </pc:docChg>
  </pc:docChgLst>
</pc:chgInfo>
</file>

<file path=ppt/comments/modernComment_10B_D31906D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E464637-2BF0-44A1-8E9D-1F5FADD939D4}" authorId="{BD87F095-5183-E70F-72D5-2F2BBD344B18}" created="2025-11-06T00:23:23.251">
    <pc:sldMkLst xmlns:pc="http://schemas.microsoft.com/office/powerpoint/2013/main/command">
      <pc:docMk/>
      <pc:sldMk cId="3541632724" sldId="267"/>
    </pc:sldMkLst>
    <p188:replyLst>
      <p188:reply id="{B9CDE706-8582-475E-9CD7-C03CB91A17FB}" authorId="{BD87F095-5183-E70F-72D5-2F2BBD344B18}" created="2025-11-06T00:26:24.944">
        <p188:txBody>
          <a:bodyPr/>
          <a:lstStyle/>
          <a:p>
            <a:r>
              <a:rPr lang="en-IN"/>
              <a:t>atchayad143@gmail.com</a:t>
            </a:r>
          </a:p>
        </p188:txBody>
      </p188:reply>
    </p188:replyLst>
    <p188:txBody>
      <a:bodyPr/>
      <a:lstStyle/>
      <a:p>
        <a:r>
          <a:rPr lang="en-IN"/>
          <a:t>malini28102005v@gmail.com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268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02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147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607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779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74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116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3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556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039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0239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59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6655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280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351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923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290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amici-in-allegria.blogspot.com/2010/10/layurveda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nc-sa/3.0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B_D31906D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95EA1-A6FA-84A3-FA43-797DB6E2A3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sz="6600" dirty="0"/>
              <a:t>E-COMMERCE WEBSITE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BA304-9A44-01EF-BCEA-FC0E9A821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5400000">
            <a:off x="1793159" y="7295480"/>
            <a:ext cx="45719" cy="109689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8696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CA56-E884-7EEB-EC28-8F9EFD346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725561"/>
            <a:ext cx="8596667" cy="3641777"/>
          </a:xfrm>
        </p:spPr>
        <p:txBody>
          <a:bodyPr>
            <a:normAutofit/>
          </a:bodyPr>
          <a:lstStyle/>
          <a:p>
            <a:r>
              <a:rPr lang="en-IN" sz="5400" dirty="0"/>
              <a:t>AYUR CARE</a:t>
            </a:r>
            <a:endParaRPr lang="en-IN" dirty="0"/>
          </a:p>
        </p:txBody>
      </p:sp>
      <p:pic>
        <p:nvPicPr>
          <p:cNvPr id="6" name="Picture Placeholder 5" descr="A ayurvedic healing symbols&#10;&#10;AI-generated content may be incorrect.">
            <a:extLst>
              <a:ext uri="{FF2B5EF4-FFF2-40B4-BE49-F238E27FC236}">
                <a16:creationId xmlns:a16="http://schemas.microsoft.com/office/drawing/2014/main" id="{04474ADB-BFC9-CC1B-FF3E-25A4C1E5D49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9214" b="29214"/>
          <a:stretch>
            <a:fillRect/>
          </a:stretch>
        </p:blipFill>
        <p:spPr>
          <a:xfrm>
            <a:off x="4767778" y="987553"/>
            <a:ext cx="6099049" cy="381304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D5C9D-D859-71AB-DB13-A63CBA253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3386" y="-1135626"/>
            <a:ext cx="3931920" cy="1053332"/>
          </a:xfrm>
        </p:spPr>
        <p:txBody>
          <a:bodyPr>
            <a:normAutofit/>
          </a:bodyPr>
          <a:lstStyle/>
          <a:p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6FE60-3F83-3C74-16B6-704000009638}"/>
              </a:ext>
            </a:extLst>
          </p:cNvPr>
          <p:cNvSpPr txBox="1"/>
          <p:nvPr/>
        </p:nvSpPr>
        <p:spPr>
          <a:xfrm>
            <a:off x="5413248" y="5870447"/>
            <a:ext cx="60990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://amici-in-allegria.blogspot.com/2010/10/layurveda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-sa/3.0/"/>
              </a:rPr>
              <a:t>CC BY-SA-NC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2664972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E0E308-D822-A6A0-57CD-188EDAE49078}"/>
              </a:ext>
            </a:extLst>
          </p:cNvPr>
          <p:cNvSpPr txBox="1"/>
          <p:nvPr/>
        </p:nvSpPr>
        <p:spPr>
          <a:xfrm>
            <a:off x="1094014" y="1694293"/>
            <a:ext cx="79724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32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IN" sz="32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IN" sz="3200" dirty="0" err="1">
                <a:solidFill>
                  <a:schemeClr val="bg2">
                    <a:lumMod val="10000"/>
                  </a:schemeClr>
                </a:solidFill>
              </a:rPr>
              <a:t>Ayurcare</a:t>
            </a:r>
            <a:r>
              <a:rPr lang="en-IN" sz="3200" dirty="0">
                <a:solidFill>
                  <a:schemeClr val="bg2">
                    <a:lumMod val="10000"/>
                  </a:schemeClr>
                </a:solidFill>
              </a:rPr>
              <a:t> is a modern ayurveda medicine app designed to connect users with natural healing </a:t>
            </a:r>
            <a:r>
              <a:rPr lang="en-IN" sz="3200" dirty="0" err="1">
                <a:solidFill>
                  <a:schemeClr val="bg2">
                    <a:lumMod val="10000"/>
                  </a:schemeClr>
                </a:solidFill>
              </a:rPr>
              <a:t>solutions.It</a:t>
            </a:r>
            <a:r>
              <a:rPr lang="en-IN" sz="3200" dirty="0">
                <a:solidFill>
                  <a:schemeClr val="bg2">
                    <a:lumMod val="10000"/>
                  </a:schemeClr>
                </a:solidFill>
              </a:rPr>
              <a:t> provides herbal remedies, doctor consultations, and personalized health tips for a balanced </a:t>
            </a:r>
            <a:r>
              <a:rPr lang="en-IN" sz="3200" dirty="0" err="1">
                <a:solidFill>
                  <a:schemeClr val="bg2">
                    <a:lumMod val="10000"/>
                  </a:schemeClr>
                </a:solidFill>
              </a:rPr>
              <a:t>lifestyle.Image</a:t>
            </a:r>
            <a:r>
              <a:rPr lang="en-IN" sz="3200" dirty="0">
                <a:solidFill>
                  <a:schemeClr val="bg2">
                    <a:lumMod val="10000"/>
                  </a:schemeClr>
                </a:solidFill>
              </a:rPr>
              <a:t> suggestion: A person using a mobile health app or herbal background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5FADC6-8C2D-87D6-9A22-39E6D4EA11E3}"/>
              </a:ext>
            </a:extLst>
          </p:cNvPr>
          <p:cNvSpPr txBox="1"/>
          <p:nvPr/>
        </p:nvSpPr>
        <p:spPr>
          <a:xfrm>
            <a:off x="1094014" y="1509627"/>
            <a:ext cx="6098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bg2">
                    <a:lumMod val="10000"/>
                  </a:schemeClr>
                </a:solidFill>
              </a:rPr>
              <a:t>INTRODUCTION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021384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BDB1-EF17-71AA-BF13-2409B9715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A4037-39D1-29D0-E29F-7ECC18359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US" sz="4000" dirty="0"/>
              <a:t>             Users face difficulty finding trusted Ayurvedic medicines and verified doctors </a:t>
            </a:r>
            <a:r>
              <a:rPr lang="en-US" sz="4000" dirty="0" err="1"/>
              <a:t>online.Most</a:t>
            </a:r>
            <a:r>
              <a:rPr lang="en-US" sz="4000" dirty="0"/>
              <a:t> platforms lack personalized health guidance and an easy-to-use </a:t>
            </a:r>
            <a:r>
              <a:rPr lang="en-US" sz="4000" dirty="0" err="1"/>
              <a:t>interface.Image</a:t>
            </a:r>
            <a:r>
              <a:rPr lang="en-US" sz="4000" dirty="0"/>
              <a:t> suggestion: Confused user searching for medicine online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814912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58536-5DED-70A5-4BB2-64DEABFFB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000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6F95E-E051-FCDB-CA82-E5DE09C4D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         To create an app that </a:t>
            </a:r>
            <a:r>
              <a:rPr lang="en-US" sz="3600" dirty="0" err="1"/>
              <a:t>provides:Easy</a:t>
            </a:r>
            <a:r>
              <a:rPr lang="en-US" sz="3600" dirty="0"/>
              <a:t> access to Ayurveda </a:t>
            </a:r>
            <a:r>
              <a:rPr lang="en-US" sz="3600" dirty="0" err="1"/>
              <a:t>medicinesDoctor</a:t>
            </a:r>
            <a:r>
              <a:rPr lang="en-US" sz="3600" dirty="0"/>
              <a:t> consultation </a:t>
            </a:r>
            <a:r>
              <a:rPr lang="en-US" sz="3600" dirty="0" err="1"/>
              <a:t>featuresPersonalized</a:t>
            </a:r>
            <a:r>
              <a:rPr lang="en-US" sz="3600" dirty="0"/>
              <a:t> health </a:t>
            </a:r>
            <a:r>
              <a:rPr lang="en-US" sz="3600" dirty="0" err="1"/>
              <a:t>recommendationsSmooth</a:t>
            </a:r>
            <a:r>
              <a:rPr lang="en-US" sz="3600" dirty="0"/>
              <a:t> and simple UI </a:t>
            </a:r>
            <a:r>
              <a:rPr lang="en-US" sz="3600" dirty="0" err="1"/>
              <a:t>experienceImage</a:t>
            </a:r>
            <a:r>
              <a:rPr lang="en-US" sz="3600" dirty="0"/>
              <a:t> suggestion: Medicine bottle, mobile screen </a:t>
            </a:r>
            <a:r>
              <a:rPr lang="en-US" dirty="0"/>
              <a:t>UI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6668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0A99D-2109-97B7-C782-379F7A177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701040"/>
            <a:ext cx="9875520" cy="1356360"/>
          </a:xfrm>
        </p:spPr>
        <p:txBody>
          <a:bodyPr>
            <a:normAutofit/>
          </a:bodyPr>
          <a:lstStyle/>
          <a:p>
            <a:r>
              <a:rPr lang="en-IN" sz="8000" dirty="0"/>
              <a:t>TARGET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A885B-A0AA-6D38-85E5-A1F2E4F1B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/>
              <a:t>Target Audience:</a:t>
            </a:r>
          </a:p>
          <a:p>
            <a:r>
              <a:rPr lang="en-US" sz="4000" dirty="0"/>
              <a:t>Health-conscious individuals  Ayurveda practitioners People seeking natural </a:t>
            </a:r>
            <a:r>
              <a:rPr lang="en-US" sz="4000" dirty="0" err="1"/>
              <a:t>treatmentsAll</a:t>
            </a:r>
            <a:r>
              <a:rPr lang="en-US" sz="4000" dirty="0"/>
              <a:t> age groups interested in holistic wellness Image suggestion: Diverse people group with calm, healthy lifestyle visuals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54998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038B0-70F0-F249-6AB8-D2B002294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000" dirty="0"/>
              <a:t>USER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B54CE-236B-2714-0481-ABEC9145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" indent="0">
              <a:buNone/>
            </a:pPr>
            <a:r>
              <a:rPr lang="en-US" sz="4400" dirty="0"/>
              <a:t>1.  User logs in or signs up</a:t>
            </a:r>
          </a:p>
          <a:p>
            <a:r>
              <a:rPr lang="en-US" sz="4400" dirty="0"/>
              <a:t>2. Browses Ayurvedic products</a:t>
            </a:r>
          </a:p>
          <a:p>
            <a:r>
              <a:rPr lang="en-US" sz="4400" dirty="0"/>
              <a:t>3. Consults doctor online</a:t>
            </a:r>
          </a:p>
          <a:p>
            <a:r>
              <a:rPr lang="en-US" sz="4400" dirty="0"/>
              <a:t>4. Adds medicines to cart</a:t>
            </a:r>
          </a:p>
          <a:p>
            <a:r>
              <a:rPr lang="en-US" sz="4400" dirty="0"/>
              <a:t>5. Makes secure payment</a:t>
            </a:r>
          </a:p>
          <a:p>
            <a:r>
              <a:rPr lang="en-US" sz="4400" dirty="0"/>
              <a:t>6. Tracks </a:t>
            </a:r>
            <a:r>
              <a:rPr lang="en-US" sz="4400" dirty="0" err="1"/>
              <a:t>deliveryImage</a:t>
            </a:r>
            <a:r>
              <a:rPr lang="en-US" sz="4400" dirty="0"/>
              <a:t> suggestion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9334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8EFE-09E8-A0EA-24AD-B5247E7B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600" dirty="0"/>
              <a:t>WIREFRAME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24B9D-71F0-2F96-710B-B7386FDA6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757" y="1890849"/>
            <a:ext cx="9872871" cy="4038600"/>
          </a:xfrm>
        </p:spPr>
        <p:txBody>
          <a:bodyPr>
            <a:normAutofit fontScale="92500" lnSpcReduction="10000"/>
          </a:bodyPr>
          <a:lstStyle/>
          <a:p>
            <a:r>
              <a:rPr lang="en-US" sz="4800" dirty="0"/>
              <a:t>Low-fidelity wireframes showing:</a:t>
            </a:r>
          </a:p>
          <a:p>
            <a:r>
              <a:rPr lang="en-US" sz="4800" dirty="0"/>
              <a:t>Home screen (with product cards)</a:t>
            </a:r>
          </a:p>
          <a:p>
            <a:r>
              <a:rPr lang="en-US" sz="4800" dirty="0"/>
              <a:t>Doctor consult </a:t>
            </a:r>
            <a:r>
              <a:rPr lang="en-US" sz="4800" dirty="0" err="1"/>
              <a:t>screenCart</a:t>
            </a:r>
            <a:r>
              <a:rPr lang="en-US" sz="4800" dirty="0"/>
              <a:t> and checkout pages Image suggestion: Simple gray wireframe boxes or sketch layout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1076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2E2FD-6F44-0E53-AF7B-9C8212D3B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dirty="0"/>
              <a:t>UI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53548-C134-589E-C413-AAF456E15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4000" dirty="0"/>
              <a:t>Slide 8 – UI Design Highlights:</a:t>
            </a:r>
          </a:p>
          <a:p>
            <a:r>
              <a:rPr lang="en-IN" sz="4000" dirty="0"/>
              <a:t>Calm green tones for natural </a:t>
            </a:r>
            <a:r>
              <a:rPr lang="en-IN" sz="4000" dirty="0" err="1"/>
              <a:t>wellnessClean</a:t>
            </a:r>
            <a:r>
              <a:rPr lang="en-IN" sz="4000" dirty="0"/>
              <a:t> icons and modern </a:t>
            </a:r>
            <a:r>
              <a:rPr lang="en-IN" sz="4000" dirty="0" err="1"/>
              <a:t>layoutIntuitive</a:t>
            </a:r>
            <a:r>
              <a:rPr lang="en-IN" sz="4000" dirty="0"/>
              <a:t> navigation </a:t>
            </a:r>
            <a:r>
              <a:rPr lang="en-IN" sz="4000" dirty="0" err="1"/>
              <a:t>barProduct</a:t>
            </a:r>
            <a:r>
              <a:rPr lang="en-IN" sz="4000" dirty="0"/>
              <a:t> images with “Add to Cart” </a:t>
            </a:r>
            <a:r>
              <a:rPr lang="en-IN" sz="4000" dirty="0" err="1"/>
              <a:t>buttonsImage</a:t>
            </a:r>
            <a:r>
              <a:rPr lang="en-IN" sz="4000" dirty="0"/>
              <a:t> suggestion: Mobile </a:t>
            </a:r>
            <a:r>
              <a:rPr lang="en-IN" sz="4000" dirty="0" err="1"/>
              <a:t>mockup</a:t>
            </a:r>
            <a:r>
              <a:rPr lang="en-IN" sz="4000" dirty="0"/>
              <a:t> with app screen visuals</a:t>
            </a:r>
          </a:p>
        </p:txBody>
      </p:sp>
    </p:spTree>
    <p:extLst>
      <p:ext uri="{BB962C8B-B14F-4D97-AF65-F5344CB8AC3E}">
        <p14:creationId xmlns:p14="http://schemas.microsoft.com/office/powerpoint/2010/main" val="4154721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93B87-68A6-F8DF-B673-05C33C6B6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0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70A1A-401B-6152-104B-5A1CFDA6A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400" dirty="0" err="1"/>
              <a:t>AyurCare</a:t>
            </a:r>
            <a:r>
              <a:rPr lang="en-US" sz="4400" dirty="0"/>
              <a:t> combines tradition with technology to deliver a smooth, natural, and trustworthy </a:t>
            </a:r>
            <a:r>
              <a:rPr lang="en-US" sz="4400" dirty="0" err="1"/>
              <a:t>experience.It</a:t>
            </a:r>
            <a:r>
              <a:rPr lang="en-US" sz="4400" dirty="0"/>
              <a:t> encourages a healthy lifestyle through </a:t>
            </a:r>
            <a:r>
              <a:rPr lang="en-US" sz="4000" dirty="0"/>
              <a:t>Ayurveda.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519421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7841-0CE4-75A0-E016-FAC8CD9149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533A0-0BF5-D6EB-F1C8-222B4D4480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63272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104</TotalTime>
  <Words>286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E-COMMERCE WEBSITE</vt:lpstr>
      <vt:lpstr>AYUR CARE</vt:lpstr>
      <vt:lpstr>PowerPoint Presentation</vt:lpstr>
      <vt:lpstr>PROBLEM STATEMENT</vt:lpstr>
      <vt:lpstr>OBJECTIVE</vt:lpstr>
      <vt:lpstr>TARGET AUDIENCE</vt:lpstr>
      <vt:lpstr>USER FLOW</vt:lpstr>
      <vt:lpstr>WIREFRAME DESIGN</vt:lpstr>
      <vt:lpstr>UI design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Atchaya Atchu</dc:creator>
  <cp:lastModifiedBy>MALINI V</cp:lastModifiedBy>
  <cp:revision>2</cp:revision>
  <dcterms:created xsi:type="dcterms:W3CDTF">2025-11-05T13:46:17Z</dcterms:created>
  <dcterms:modified xsi:type="dcterms:W3CDTF">2025-11-06T00:26:34Z</dcterms:modified>
</cp:coreProperties>
</file>